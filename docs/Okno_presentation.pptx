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 (10 с).**</a:t>
            </a:r>
          </a:p>
          <a:p>
            <a:r>
              <a:t>«Это Окно. Оно отвечает на вопрос, который задаёт каждый, кто ждёт встречи, рейса или концерта: **что я успею за свободный час — и не опоздаю?**»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 (40 с).**</a:t>
            </a:r>
          </a:p>
          <a:p>
            <a:r>
              <a:t>«В 2025 году в Астану приехали **1,6 миллиона гостей**, каждый четвёртый — иностранец, в городе около 190 международных событий в год.</a:t>
            </a:r>
          </a:p>
          <a:p>
            <a:r>
              <a:t>Город огромный: от Mega Silk Way до Байтерека — **65 минут пешком**. Ветер семь месяцев в году, сейчас +3, а ощущается как −1.</a:t>
            </a:r>
          </a:p>
          <a:p>
            <a:r>
              <a:t>Карты отвечают на вопрос "что рядом". ИИ-гиды уверенно ошибаются: по опросу 2026 года у **27%** пользователей ИИ ошибся с часами работы,</a:t>
            </a:r>
          </a:p>
          <a:p>
            <a:r>
              <a:t>16% отправил в несуществующее место. А человеку нужно другое: что успеть **по пути**, чтобы место было **открыто, когда дойду**, и не опоздать.»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Решение (30 с).**</a:t>
            </a:r>
          </a:p>
          <a:p>
            <a:r>
              <a:t>«Одна фраза — например, "я в ЭКСПО, к 19:00 надо в Хан Шатыр" — и Окно даёт 1–3 места по пути и время прибытия с запасом (называть цифры со слайда — они из живого прогона).</a:t>
            </a:r>
          </a:p>
          <a:p>
            <a:r>
              <a:t>Пять обещаний: **успеешь точно** — реальное время пешком и пробки 2GIS; **открыто, когда дойдёшь** — часы проверяются на весь визит;</a:t>
            </a:r>
          </a:p>
          <a:p>
            <a:r>
              <a:t>**знает погоду** — прогноз на часы маршрута; **не выдумывает**; и **само знает, где ты** — адресом, с округлением до 150 метров.»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работает RAG (40 с).**</a:t>
            </a:r>
          </a:p>
          <a:p>
            <a:r>
              <a:t>«Четыре шага. Gemini понимает фразу — на русском, казахском, английском или голосом. Дальше **алгоритм, а не ИИ**, ищет по базе из</a:t>
            </a:r>
          </a:p>
          <a:p>
            <a:r>
              <a:t>**1465 мест** — OpenStreetMap, 2GIS и Wikidata — и перебирает сотни маршрутов: время, часы, погода, ограничения. Потом Gemini получает</a:t>
            </a:r>
          </a:p>
          <a:p>
            <a:r>
              <a:t>**только факты** о выбранных местах и пишет "почему" и "что делать". И всё прозрачно: в "Как посчитано" видно, сколько мест отсеяно и почему.</a:t>
            </a:r>
          </a:p>
          <a:p>
            <a:r>
              <a:t>Сбор данных автоматизирован: места обновляются каждую неделю, афиша — каждый день.»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 (1,5–2 мин — живьём или видео).**</a:t>
            </a:r>
          </a:p>
          <a:p>
            <a:r>
              <a:t>Порядок: (1) ЭКСПО → Хан Шатыр; (2) **нажать на плашку погоды → −25°**: маршрут перестраивается через тёплые места — *главный момент</a:t>
            </a:r>
          </a:p>
          <a:p>
            <a:r>
              <a:t>«до и после»*; (3) запрос на казахском — всё переключается само; (4) «у Байтерека 3 часа» → **карточка афиши**: концерт в Опере помещается</a:t>
            </a:r>
          </a:p>
          <a:p>
            <a:r>
              <a:t>в окно; (5) нажать на Байтерек → карточка «что здесь» с фото → «В закладки» → здание подсвечивается.</a:t>
            </a:r>
          </a:p>
          <a:p>
            <a:r>
              <a:t>«Обратите внимание: **места выбирает алгоритм**, поэтому ИИ не может придумать кафе, которого нет.»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Ещё фишки — встреча посередине, фото, афиша, LRT (~40 с)**</a:t>
            </a:r>
          </a:p>
          <a:p>
            <a:r>
              <a:t>«Договариваетесь с другом? Напишите „я у Хан Шатыра, друг в ЭКСПО“ — „Окно“ найдёт открытое кафе, куда вам обоим ехать примерно одинаково, и скажет, кому когда выходить. Турист не знает, как называется место, где он стоит? Просто сфотографируйте — Gemini Vision узнаёт Байтерек или вывеску, и маршрут строится оттуда; фото мы не храним. Дальше — живой город: около восьмидесяти событий из городской афиши — выставки, квизы, концерты. «Окно» предлагает их только по теме и только если успеваете. И новая линия LRT — на карте и в подсказках, когда она удобнее такси.»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Качество (40 с).**</a:t>
            </a:r>
          </a:p>
          <a:p>
            <a:r>
              <a:t>«Мы не просто обещаем — мы проверили. **55 из 55** автопроверок в 16 сценариях, включая все сценарии из кейса и ваш пример про ЭКСПО. Плюс **120 из 120** синтетических запросов «как пишут люди» — с опечатками, на трёх языках, с невыполнимыми просьбами. И отдельный судья-ИИ сверил каждое объяснение с данными: **115 из 120** ответов без единой выдумки — было 106, остальное мы исправили по его же замечаниям.</a:t>
            </a:r>
          </a:p>
          <a:p>
            <a:r>
              <a:t>Стресс-тест: 100 случайных запросов — **ноль опозданий и ноль закрытых мест**. И главное: мы дали те же **30 запросов** трём системам</a:t>
            </a:r>
          </a:p>
          <a:p>
            <a:r>
              <a:t>и проверили ответы одним скриптом. Claude из чата ошибся в **5 из 30** — закрытое кафе в 7:35, опоздание, нереальный переезд.</a:t>
            </a:r>
          </a:p>
          <a:p>
            <a:r>
              <a:t>А самое показательное — **тот же Gemini, что внутри Окна, но без наших данных: 4 ошибки из 30**, и 82% его советов невозможно</a:t>
            </a:r>
          </a:p>
          <a:p>
            <a:r>
              <a:t>проверить. С нашими данными и проверками — **0 из 30**. Разница между этими колонками и есть то, что даёт RAG.»</a:t>
            </a:r>
          </a:p>
          <a:p>
            <a:r>
              <a:t>*(Если спросят: «Окно» проверяется по тем же данным, на которых работает, — мы это прямо пишем; смысл в том, что ИИ без данных ошибается.)*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Чем отличаемся (30 с).**</a:t>
            </a:r>
          </a:p>
          <a:p>
            <a:r>
              <a:t>«Мы не конкурируем с картами — мы используем их данные. Ask Maps от Google с августа работает в 150 странах, но только на английском и</a:t>
            </a:r>
          </a:p>
          <a:p>
            <a:r>
              <a:t>отвечает про места, а не строит план "что успеть". ИИ-помощник 2GIS отвечает про одно место. Окно — **план под твоё окно времени**,</a:t>
            </a:r>
          </a:p>
          <a:p>
            <a:r>
              <a:t>с часами на момент прихода, погодой, тремя языками и афишей.»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Этика (20 с).**</a:t>
            </a:r>
          </a:p>
          <a:p>
            <a:r>
              <a:t>«Точка округляется до 150 метров и не хранится, аккаунтов нет, закладки — только в браузере. "Открыто" — только если есть данные, иначе</a:t>
            </a:r>
          </a:p>
          <a:p>
            <a:r>
              <a:t>"оценка". Пример честности: "хочу в музей" в 7 утра — "Музей Первого Президента: сегодня выходной", и вот что открыто сейчас.»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Бизнес (40 с).**</a:t>
            </a:r>
          </a:p>
          <a:p>
            <a:r>
              <a:t>«Для города — модуль "свободное время" в сервисах акимата и Visit Astana и обезличенная статистика спроса. Для бизнеса — аэропорт, отели,</a:t>
            </a:r>
          </a:p>
          <a:p>
            <a:r>
              <a:t>EXPO, арены, Астана Опера: виджет "у вас два часа до вылета или до спектакля". Партнёрские места — с пометкой, без влияния на правило</a:t>
            </a:r>
          </a:p>
          <a:p>
            <a:r>
              <a:t>"успеешь и открыто". Себестоимость — около 0,1 цента за запрос.»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Риски и план (30 с).**</a:t>
            </a:r>
          </a:p>
          <a:p>
            <a:r>
              <a:t>«Честно: OSM неполный — дополняем 2GIS и пишем "оценка"; демо-ключ 2GIS ограничен — кэш и своя оценка; автобусов не обещаем, пока нет</a:t>
            </a:r>
          </a:p>
          <a:p>
            <a:r>
              <a:t>открытого GTFS, а LRT подсказываем с пометкой «оценка». Дальше — пилот с аэропортом или EXPO, расписания LRT и автобусов, официальные API афиш, доступность с городскими сообществами,</a:t>
            </a:r>
          </a:p>
          <a:p>
            <a:r>
              <a:t>Telegram-мини-приложение.»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 (10 с).**</a:t>
            </a:r>
          </a:p>
          <a:p>
            <a:r>
              <a:t>«У каждого гостя Астаны есть окно. **Мы делаем так, чтобы оно не пропадало.** Спасибо.»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